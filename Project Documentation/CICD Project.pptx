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file:///D:\DevOps%20Training\Scripts%20and%20Docs\Recruitment-Project\Project%20-%20CI-CD%20implementaion%20through%20Azure%20registry.docx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489166" y="1133247"/>
            <a:ext cx="11325497" cy="986247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End-to-End Cloud-Native Deployment of Recruitment Micro services on Azure AKS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7" y="1523274"/>
            <a:ext cx="8164288" cy="52694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09779" y="5016140"/>
            <a:ext cx="28216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:</a:t>
            </a:r>
          </a:p>
          <a:p>
            <a:pPr algn="ctr"/>
            <a:endParaRPr lang="en-US" dirty="0"/>
          </a:p>
          <a:p>
            <a:r>
              <a:rPr lang="en-IN" dirty="0" err="1"/>
              <a:t>Mainak</a:t>
            </a:r>
            <a:r>
              <a:rPr lang="en-IN" dirty="0"/>
              <a:t> Das</a:t>
            </a:r>
          </a:p>
          <a:p>
            <a:r>
              <a:rPr lang="en-IN" dirty="0" err="1"/>
              <a:t>Gourov</a:t>
            </a:r>
            <a:r>
              <a:rPr lang="en-IN" dirty="0"/>
              <a:t> Roy Choudhury</a:t>
            </a:r>
          </a:p>
          <a:p>
            <a:r>
              <a:rPr lang="en-IN" dirty="0"/>
              <a:t>Amrita </a:t>
            </a:r>
            <a:r>
              <a:rPr lang="en-IN" dirty="0" err="1"/>
              <a:t>Sannigrahi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89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21134" y="721669"/>
            <a:ext cx="7380514" cy="986247"/>
          </a:xfrm>
        </p:spPr>
        <p:txBody>
          <a:bodyPr>
            <a:normAutofit fontScale="90000"/>
          </a:bodyPr>
          <a:lstStyle/>
          <a:p>
            <a:r>
              <a:rPr lang="en-IN" sz="3600" b="1" dirty="0" smtClean="0"/>
              <a:t>Flowchart for CI/CD Pipeline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731520" y="1763485"/>
            <a:ext cx="1776549" cy="962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Local Machine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692437" y="1763486"/>
            <a:ext cx="7998820" cy="962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Git repository</a:t>
            </a:r>
          </a:p>
          <a:p>
            <a:pPr algn="ctr"/>
            <a:r>
              <a:rPr lang="en-IN" dirty="0"/>
              <a:t>https://github.com/mainakdas73/Recruitment-App-Project</a:t>
            </a:r>
          </a:p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8277500" y="3251517"/>
            <a:ext cx="3413757" cy="962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 pipeline gets activated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508070" y="3251516"/>
            <a:ext cx="4881154" cy="962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Builds image with Dockerfile and pushes to Azure Registry authenticated by Azure Service connections.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89708" y="4739546"/>
            <a:ext cx="4881154" cy="113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 pipeline updates the Values.yaml tag and commits to Git repository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6511845" y="4748253"/>
            <a:ext cx="5388418" cy="1130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Argocd monitors the </a:t>
            </a:r>
            <a:r>
              <a:rPr lang="en-US" dirty="0" err="1" smtClean="0"/>
              <a:t>git</a:t>
            </a:r>
            <a:r>
              <a:rPr lang="en-US" dirty="0" smtClean="0"/>
              <a:t> repository and reads the Helm chart and deploys the customized image by pulling it from Azure Registry to Kubernetes cluster 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2" idx="3"/>
            <a:endCxn id="5" idx="1"/>
          </p:cNvCxnSpPr>
          <p:nvPr/>
        </p:nvCxnSpPr>
        <p:spPr>
          <a:xfrm>
            <a:off x="2508069" y="2244632"/>
            <a:ext cx="1184368" cy="0"/>
          </a:xfrm>
          <a:prstGeom prst="straightConnector1">
            <a:avLst/>
          </a:prstGeom>
          <a:ln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9640389" y="2725780"/>
            <a:ext cx="0" cy="504000"/>
          </a:xfrm>
          <a:prstGeom prst="straightConnector1">
            <a:avLst/>
          </a:prstGeom>
          <a:ln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7498079" y="3732663"/>
            <a:ext cx="701043" cy="2"/>
          </a:xfrm>
          <a:prstGeom prst="straightConnector1">
            <a:avLst/>
          </a:prstGeom>
          <a:ln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470344" y="4236721"/>
            <a:ext cx="0" cy="504000"/>
          </a:xfrm>
          <a:prstGeom prst="straightConnector1">
            <a:avLst/>
          </a:prstGeom>
          <a:ln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299171" y="5231675"/>
            <a:ext cx="1184368" cy="0"/>
          </a:xfrm>
          <a:prstGeom prst="straightConnector1">
            <a:avLst/>
          </a:prstGeom>
          <a:ln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14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155372" y="387499"/>
            <a:ext cx="7903028" cy="98624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 smtClean="0"/>
              <a:t>Argocd monitoring dashboard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0891" y="880622"/>
            <a:ext cx="11011989" cy="59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4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155372" y="387499"/>
            <a:ext cx="7903028" cy="98624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 smtClean="0"/>
              <a:t>Grafana monitoring dashboard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623"/>
            <a:ext cx="12192000" cy="601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8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155372" y="387499"/>
            <a:ext cx="7903028" cy="98624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 smtClean="0"/>
              <a:t>Kibana monitoring dashboard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892"/>
            <a:ext cx="12192000" cy="603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8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155372" y="387499"/>
            <a:ext cx="7903028" cy="98624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 smtClean="0"/>
              <a:t>Source Codes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49196" y="1280976"/>
            <a:ext cx="2428875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b="1" dirty="0" err="1" smtClean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Dockerfile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node:18-alpine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WORKDIR /app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COPY package*.</a:t>
            </a:r>
            <a:r>
              <a:rPr lang="en-IN" sz="105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./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IN" sz="105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 --production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COPY . .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EXPOSE 3000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CMD ["node", "server.js"]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6" name="Picture 5">
            <a:hlinkClick r:id="rId2" action="ppaction://hlinkfile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09401" y="1280976"/>
            <a:ext cx="2057400" cy="4314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65009" y="1373746"/>
            <a:ext cx="55086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URL details:</a:t>
            </a:r>
            <a:endParaRPr lang="en-IN" sz="1400" dirty="0"/>
          </a:p>
          <a:p>
            <a:r>
              <a:rPr lang="en-IN" sz="1400" b="1" dirty="0"/>
              <a:t>Argocd - http://20.37.1.13  </a:t>
            </a:r>
            <a:endParaRPr lang="en-IN" sz="1400" dirty="0"/>
          </a:p>
          <a:p>
            <a:r>
              <a:rPr lang="en-IN" sz="1400" dirty="0"/>
              <a:t>user name – admin</a:t>
            </a:r>
          </a:p>
          <a:p>
            <a:r>
              <a:rPr lang="en-IN" sz="1400" dirty="0"/>
              <a:t>password - OeOOG5akdhyaJFqO</a:t>
            </a:r>
          </a:p>
          <a:p>
            <a:r>
              <a:rPr lang="en-IN" sz="1400" b="1" dirty="0"/>
              <a:t>Grafana - http://20.37.0.21 </a:t>
            </a:r>
            <a:endParaRPr lang="en-IN" sz="1400" dirty="0"/>
          </a:p>
          <a:p>
            <a:r>
              <a:rPr lang="en-IN" sz="1400" dirty="0"/>
              <a:t>user name - admin, </a:t>
            </a:r>
          </a:p>
          <a:p>
            <a:r>
              <a:rPr lang="en-IN" sz="1400" dirty="0"/>
              <a:t>password - K8XpsnvHcP7U6uScE7IRGi6cuGb73EVhfFsz1BmT</a:t>
            </a:r>
          </a:p>
          <a:p>
            <a:r>
              <a:rPr lang="en-IN" sz="1400" b="1" dirty="0"/>
              <a:t>Kibana – http://20.70.32.212:5601</a:t>
            </a:r>
            <a:endParaRPr lang="en-IN" sz="1400" dirty="0"/>
          </a:p>
          <a:p>
            <a:r>
              <a:rPr lang="en-IN" sz="1400" dirty="0"/>
              <a:t> </a:t>
            </a:r>
          </a:p>
          <a:p>
            <a:r>
              <a:rPr lang="en-IN" sz="1400" b="1" dirty="0"/>
              <a:t>Configurations:</a:t>
            </a:r>
            <a:endParaRPr lang="en-IN" sz="1400" dirty="0"/>
          </a:p>
          <a:p>
            <a:r>
              <a:rPr lang="en-IN" sz="1400" dirty="0"/>
              <a:t> </a:t>
            </a:r>
          </a:p>
          <a:p>
            <a:r>
              <a:rPr lang="en-IN" sz="1400" dirty="0"/>
              <a:t>https://github.com/mainakdas73/Recruitment-App-Project</a:t>
            </a:r>
          </a:p>
          <a:p>
            <a:r>
              <a:rPr lang="en-IN" sz="1400" dirty="0"/>
              <a:t>Cluster Name – </a:t>
            </a:r>
            <a:r>
              <a:rPr lang="en-IN" sz="1400" dirty="0" err="1"/>
              <a:t>mainak-aks</a:t>
            </a:r>
            <a:endParaRPr lang="en-IN" sz="1400" dirty="0"/>
          </a:p>
          <a:p>
            <a:r>
              <a:rPr lang="en-IN" sz="1400" dirty="0"/>
              <a:t>Cluster Registry Name – </a:t>
            </a:r>
            <a:r>
              <a:rPr lang="en-IN" sz="1400" dirty="0" err="1"/>
              <a:t>acrmainak</a:t>
            </a:r>
            <a:endParaRPr lang="en-IN" sz="1400" dirty="0"/>
          </a:p>
          <a:p>
            <a:r>
              <a:rPr lang="en-IN" sz="1400" dirty="0"/>
              <a:t>Azure Resource Manager</a:t>
            </a:r>
            <a:r>
              <a:rPr lang="en-IN" sz="1400" b="1" dirty="0"/>
              <a:t>		-	</a:t>
            </a:r>
            <a:r>
              <a:rPr lang="en-IN" sz="1400" dirty="0"/>
              <a:t>recruitment-</a:t>
            </a:r>
            <a:r>
              <a:rPr lang="en-IN" sz="1400" dirty="0" err="1"/>
              <a:t>acr</a:t>
            </a:r>
            <a:r>
              <a:rPr lang="en-IN" sz="1400" dirty="0"/>
              <a:t>-connection</a:t>
            </a:r>
          </a:p>
          <a:p>
            <a:r>
              <a:rPr lang="en-IN" sz="1400" dirty="0"/>
              <a:t>Docker Registry Service connection</a:t>
            </a:r>
            <a:r>
              <a:rPr lang="en-IN" sz="1400" b="1" dirty="0"/>
              <a:t>	-	</a:t>
            </a:r>
            <a:r>
              <a:rPr lang="en-IN" sz="1400" dirty="0"/>
              <a:t>recruitment-DR-connection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97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300" y="0"/>
            <a:ext cx="8490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2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69</TotalTime>
  <Words>134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Century Gothic</vt:lpstr>
      <vt:lpstr>Consolas</vt:lpstr>
      <vt:lpstr>Times New Roman</vt:lpstr>
      <vt:lpstr>Wingdings 3</vt:lpstr>
      <vt:lpstr>Slice</vt:lpstr>
      <vt:lpstr>End-to-End Cloud-Native Deployment of Recruitment Micro services on Azure AKS </vt:lpstr>
      <vt:lpstr>Flowchart for CI/CD Pipeline  </vt:lpstr>
      <vt:lpstr>Argocd monitoring dashboard </vt:lpstr>
      <vt:lpstr>Grafana monitoring dashboard </vt:lpstr>
      <vt:lpstr>Kibana monitoring dashboard </vt:lpstr>
      <vt:lpstr>Source Codes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Cloud-Native Deployment of Recruitment Micro services on Azure AKS</dc:title>
  <dc:creator>Microsoft account</dc:creator>
  <cp:lastModifiedBy>Microsoft account</cp:lastModifiedBy>
  <cp:revision>10</cp:revision>
  <dcterms:created xsi:type="dcterms:W3CDTF">2026-02-06T02:42:32Z</dcterms:created>
  <dcterms:modified xsi:type="dcterms:W3CDTF">2026-02-06T03:51:33Z</dcterms:modified>
</cp:coreProperties>
</file>